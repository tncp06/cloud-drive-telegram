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wordprocessingml.document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resentation/>
</file>